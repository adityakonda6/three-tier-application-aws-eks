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300" y="-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6T04:43:02.810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1811 32,'-335'0,"316"-2,-1 0,1 0,-20-7,16 4,-38-4,-264 6,167 5,-628-2,760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6T04:43:03.758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188 214,'254'-17,"-188"10,908-159,-927 157,1 2,49 0,94 7,-95 1,-121 0,-1 2,-35 7,4 0,-363 37,-5-22,271-16,-611 8,737-17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04:43:17.94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6553,'0'0'0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04:43:36.17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2 107 6553,'0'201'2371,"0"-224"-2406,-1 5 10,1 1-1,0-1 1,1 1 0,1-1 0,1 1-1,1 0 1,10-32 0,26-47-98,-30 79 118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04:43:40.689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1 4915,'0'0'0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04:43:51.434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1607 1563 4915,'960'0'2992,"482"0"6748,-92 0-4450,-1323-1-5290,0-2 0,34-7 0,-29 4 0,33-2 0,-31 6 0,-15 2 0,0-1 0,-1-1 0,31-7 0,-21 3 0,0 2 0,1 0 0,-1 2 0,40 2 0,33-3 0,-80 0 0,33-8 0,-35 6 0,0 1 0,22-2 0,263 4 0,-155 3 0,-82 1 0,-32 0 0,0-2 0,69-9 0,-97 8-35,-1-1 1,0 0-1,0 0 1,0 0-1,0-1 1,0 0-1,0 0 1,-1 0-1,10-8 1,-13 10 22,-1-1 1,1 1-1,-1-1 0,0 1 1,1-1-1,-1 0 1,0 1-1,0-1 0,0 0 1,0 0-1,0 0 0,0 0 1,-1 1-1,1-1 1,-1 0-1,1 0 0,-1-1 1,0 1-1,0 0 0,0 0 1,0 0-1,0 0 1,0 0-1,0 0 0,-1 0 1,1 0-1,-1 0 1,0 0-1,1 0 0,-1 0 1,0 0-1,0 1 0,0-1 1,-2-2-1,-5-6 11,0 1 0,0 0-1,-1 0 1,0 1 0,-1 0-1,0 1 1,-17-11 0,8 8 10,-1 0 0,0 1 0,-31-10 1,21 13 0,0 1-1,-1 2 1,0 0 0,0 2 0,-45 5 0,1-2 10,-984-1 259,1042-2-273,1-1 1,-1-1 0,-21-5 0,-28-5 13,-26-2 9,59 8-14,-50-4 0,-32-5 19,79 10-17,-56-4-1,64 9-2,0-2-1,-49-10 0,53 8 0,-38-1 0,40 5-3,1-1 0,-36-9 0,30 5 0,0 1 1,-1 1 0,-32-1-1,-87 6 28,60 1-21,-850-2-16,918-1-1,1-1 0,-1-1 0,-23-6 0,20 3 0,-40-3 0,-55-6 0,-7 0 0,108 13 0,0 0 0,0-2 0,0 0 0,1 0 0,-19-9 0,17 6 0,-1 0 0,0 2 0,-28-5 0,-59-11 0,57 10 0,25 5 0,-42-17 0,50 17 0,0 0 0,-1 0 0,0 2 0,0 0 0,-28-3 0,29 6 0,-1-1 0,1-1 0,-1 0 0,1-1 0,0 0 0,0-1 0,-16-9 0,-8-2 0,27 12 0,0-1 0,0 0 0,0-1 0,-11-8 0,3 0 0,-1 1 0,0 0 0,0 2 0,-1 1 0,-1 0 0,0 2 0,-32-8 0,7 4 0,27 6 0,0 2 0,-40-5 0,11 8 0,30 1 0,-1 0 0,1-2 0,-38-7 0,13-1 0,-31-10 0,29 5 0,-99-20 0,86 23 0,38 7 0,0 0 0,-26-1 0,-46 6 0,-25-2 0,103 1 0,1-1 0,-1-1 0,1-1 0,0 0 0,-22-9 0,9 3 0,0 1 0,0 1 0,-51-7 0,-4 0 0,75 12 0,0 0 0,0-1 0,1 1 0,-1-1 0,1-1 0,-1 0 0,1 0 0,-9-8 0,10 7 0,-1 1 0,1-1 0,-1 2 0,-1-1 0,1 1 0,-1 0 0,1 0 0,-18-4 0,-9 2-28,23 5-3,1 0 0,0-1-1,0 0 1,-15-6 0,22 6 22,0 1 1,1-1-1,-1 1 0,0-1 0,1 0 0,-1 0 0,1 0 1,0 0-1,-1 0 0,1-1 0,0 1 0,1-1 0,-1 0 0,0 1 1,1-1-1,-1 0 0,1 0 0,0 0 0,-1-4 0,0 3-9,1-1 0,0 0-1,0 0 1,1 0 0,-1 0-1,1 0 1,0 0 0,0 0-1,1 0 1,-1 0 0,1 1-1,0-1 1,1 0 0,-1 0-1,1 1 1,0-1 0,0 0-1,0 1 1,1 0 0,-1 0-1,1 0 1,0 0 0,1 0-1,-1 0 1,1 1 0,-1-1-1,7-3 1,3-6-150,-1 0 0,20-26 0,7-10-60,-33 43 233,-4 3-2,1 0 1,-1 0-1,1 0 0,0 0 0,0 0 0,0 1 0,1-1 0,-1 1 1,0 0-1,1 0 0,0 0 0,-1 0 0,1 1 0,0-1 0,0 1 1,0 0-1,5-1 0,6 4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04:44:05.97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4915,'0'0'0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04:44:41.24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5262 304 14712,'-5261'-303'0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04:44:49.15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0 242 19672,'3539'-242'0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04:44:55.27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27 142 4915,'624'0'4506,"-637"-1"-4338,0-1 0,0 0 0,-24-7 0,-27-5 241,12 7 96,0-2 1,-58-19-1,59 12-147,26 7-159,-1 2 1,0 0 0,-27-2-1,-37-6 386,64 9-555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04:45:02.45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422 562 4915,'0'917'5767,"0"-914"-5745,-1 9 89,2-1-1,2 19 1,-3-28-92,1 0 0,-1 0 0,1 0 0,-1 0-1,1 0 1,-1 0 0,1 0 0,0-1 0,0 1 0,0 0 0,0 0 0,0-1 0,0 1 0,0-1 0,1 1 0,-1-1 0,1 0-1,-1 1 1,1-1 0,-1 0 0,1 0 0,0 0 0,2 1 0,-3-2-13,0 0 1,1 1-1,-1-1 0,0 0 0,1-1 1,-1 1-1,0 0 0,1 0 1,-1 0-1,0-1 0,1 1 0,-1-1 1,0 1-1,0-1 0,0 1 1,1-1-1,-1 0 0,0 0 0,0 1 1,0-1-1,0 0 0,0 0 1,0 0-1,0 0 0,-1 0 0,1-1 1,0 1-1,0-2 0,4-4-42,-2 0-1,1-1 1,3-10-1,-6 13 39,24-57-174,12-39-98,-36 97 260,44-174-435,-38 140 306,-1 0 1,1-67 0,-7 78 81,-1-2-38,2-1 0,1 1 0,7-38 0,22-114-371,-24 131 359,2-30-89,-8 54 125,2 0 0,1 1 1,1-1-1,9-27 0,42-125-406,-51 153 402,-2-1 1,0 1-1,-2-1 1,-1-30-1,-1 106 686,0-22-437,0 0 0,3 0 0,0-1-1,6 31 1,-1-27 179,4 60-1,-9-62-111,2 0 0,10 44 0,-12-66-189,1-1-1,0 0 1,-1 0-1,8 10 1,-8-13-27,-1-1 0,1 0 0,0 0 0,0 0 0,0 0-1,0 0 1,0 0 0,0 0 0,1 0 0,-1-1 0,0 1 0,1-1 0,3 2 0,-5-3-23,0 0 0,-1-1 0,1 1 0,0 0 1,0 0-1,0 0 0,-1-1 0,1 1 0,0 0 0,-1-1 0,1 1 0,0-1 1,-1 1-1,1-1 0,0 1 0,-1-1 0,1 1 0,-1-1 0,1 0 0,-1 1 1,1-1-1,-1 0 0,1 1 0,-1-1 0,0 0 0,1 0 0,-1 1 0,0-1 1,0 0-1,0 0 0,0 1 0,1-1 0,-1 0 0,0 0 0,-1-1 0,5-35-123,-4 33 121,0-15-38,2-22-102,-6-47-1,3 76 112,0 1-1,-1-1 0,-1 0 0,0 1 1,-1 0-1,0 0 0,0 0 1,-12-18-1,13 25 56,0 0 1,-1 0-1,1 1 0,-1-1 1,0 1-1,0 0 0,0 0 1,-1 1-1,1-1 1,-1 1-1,0 0 0,1 0 1,-1 0-1,0 1 0,-10-2 1,8 2 10,0 0 0,0 0 0,0 0-1,0 1 1,0 0 0,0 1 0,0 0 0,0 0 0,0 0 0,-13 5 0,15-3-1,1-1 1,-1 1-1,1 0 0,-1 0 0,1 1 1,0-1-1,0 1 0,1 0 1,-6 6-1,-26 45 248,11-16-93,-67 64 546,87-97-696,1 0 0,0 1 1,0-1-1,0 1 0,1 0 0,-1 0 0,2 0 1,-1 0-1,1 0 0,0 9 0,-1 13 143,4 36 0,0-26-23,-2-29-112,0 2 10,0 0 0,1 0 0,1 0 0,2 13 0,-3-24-49,-1 1 0,0 0 1,1-1-1,-1 1 0,1 0 1,-1-1-1,1 1 1,0-1-1,0 1 0,0-1 1,0 1-1,0-1 0,0 0 1,0 0-1,0 1 0,0-1 1,1 0-1,-1 0 0,0 0 1,1 0-1,-1 0 0,1 0 1,-1-1-1,1 1 0,-1-1 1,1 1-1,0-1 1,-1 1-1,1-1 0,0 0 1,-1 1-1,1-1 0,0 0 1,-1 0-1,1-1 0,0 1 1,1-1-1,2 0 8,-1-1-1,0 0 1,0 0-1,0-1 1,0 1-1,0-1 1,0 0 0,-1 0-1,1 0 1,-1 0-1,0-1 1,3-4-1,0 1-22,0-1 0,-1 0-1,0-1 1,7-16 0,-8 12-58,-1 1 1,-1-1-1,0 1 1,1-19-1,-2 17-15,0-1 0,7-27 0,-6 37 93,-1 0 0,1 1-1,0-1 1,0 1 0,1-1-1,-1 1 1,1 0 0,0 0-1,0 0 1,0 1 0,1-1-1,6-5 1,-8 8-7,-1-1 0,0 1 0,1 0 0,-1 0 0,1 0 0,-1 0 0,1 1 0,0-1-1,-1 0 1,1 1 0,0-1 0,-1 1 0,1-1 0,0 1 0,0 0 0,-1 0 0,1 0 0,0 0 0,0 0 0,-1 0 0,3 1 0,-2-1 1,-1 1 1,1 0-1,-1 0 0,1 0 1,-1 0-1,1 1 1,-1-1-1,0 0 0,0 1 1,0-1-1,0 0 0,0 1 1,0 0-1,0-1 0,0 1 1,0-1-1,0 3 1,2 6 32,0 1 0,-1-1 0,0 1 1,-1 0-1,1 16 0,-1 17 189,14 71 0,-14-109-210,-1 0 0,1 0 0,-1-1 0,0 1 0,0 0 0,0 0 0,-1 0 0,-2 7 0,3-12-14,-1 1 1,1-1-1,-1 1 1,1-1-1,-1 1 1,0-1-1,0 1 1,0-1-1,0 0 0,0 0 1,0 0-1,0 1 1,0-1-1,0 0 1,0 0-1,-1 0 0,1-1 1,0 1-1,-1 0 1,1 0-1,-1-1 1,1 1-1,-1-1 0,1 1 1,-1-1-1,1 0 1,-1 1-1,1-1 1,-1 0-1,0 0 0,1 0 1,-1 0-1,1-1 1,-1 1-1,-2-1 1,0 0-18,-1-1 1,1 1-1,-1-1 1,1 0-1,0 0 1,-1-1-1,1 1 1,0-1-1,1 0 1,-1 0-1,0 0 1,-4-6-1,-5-7-150,-19-27 0,22 28 100,-35-47-238,-31-48-147,71 102 480,-1 0 0,0 0 0,-1 1 0,0-1 1,0 1-1,-1 1 0,-13-10 0,-65-35 85,54 34-32,20 11-43,0 0 1,-1 1 0,0 1-1,0 0 1,0 1 0,0 0-1,-20-1 1,7 2 65,0 1 0,-48 6-1,71-5-100,1 0-1,-1 1 0,1-1 1,-1 1-1,1-1 1,-1 1-1,1 0 0,-1 0 1,1 0-1,0 0 0,0 0 1,-1 1-1,1-1 0,0 1 1,0-1-1,0 1 0,1 0 1,-1 0-1,0 0 0,1 0 1,-1 0-1,1 0 1,-1 0-1,1 0 0,0 1 1,0-1-1,0 0 0,0 1 1,1-1-1,-1 1 0,1-1 1,-1 1-1,1-1 0,0 1 1,0-1-1,0 1 0,1 5 1,0 1 22,1 0 1,0 1-1,1-1 0,-1 0 1,2 0-1,0 0 0,0 0 1,0-1-1,7 9 1,23 29 267,64 65 1,-61-71-167,-22-21-64,-2 0 0,0 1-1,-1 1 1,-1 0 0,-1 0 0,8 24 0,-12-29-24,-3-10-24,-1 1 0,0-1-1,-1 0 1,0 1 0,0 0 0,0-1 0,0 1-1,-1-1 1,0 1 0,-1 0 0,0-1 0,0 1-1,0 0 1,-1-1 0,1 0 0,-2 1 0,-5 11-1,6-14-8,0 0 0,-1-1 0,1 1-1,-1-1 1,0 0 0,0 1 0,0-1-1,0-1 1,-1 1 0,1 0 0,-1-1-1,0 0 1,0 1 0,1-1 0,-2-1-1,1 1 1,0-1 0,0 0 0,0 0-1,-1 0 1,1 0 0,0-1 0,-1 1-1,1-1 1,0 0 0,-1-1 0,1 1-1,-5-2 1,2 0-15,0 0-1,1 0 0,-1-1 1,1 0-1,0 0 1,0 0-1,0-1 1,1 0-1,-1 0 1,1-1-1,0 1 1,-9-11-1,4 3-65,0-1 0,1-1 0,0 1 0,-10-22 0,15 25 1,0 0-1,1-1 1,0 1 0,1-1 0,0 0 0,0 0 0,1 0-1,1 0 1,0 0 0,2-17 0,-1 18 38,0 1 0,1 0 0,0 0 0,1 0 0,0 0 0,0 1 0,1-1 0,0 1 0,1 0 0,0 0 0,0 0 0,12-13 0,-4 8 38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04:45:05.42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4915,'0'0'0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04:56:18.92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4915,'0'0'0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04:56:22.84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4915,'0'0'0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709B5-0582-2EB1-6F5E-1B412CCFC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9CC574-536F-E2DE-BF00-B8FB4642B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58C6D-836E-42EE-80D7-9C50A521EB9B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668F6E-573B-ADB6-7FB0-752FFAF07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8851B7-456C-1EC0-36D1-DE872A303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63F2B-4F4F-49B5-8AEE-76A72A1F4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719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04B242-9B6B-C074-9DB8-6D956F7A1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93A4D1-A38B-07F8-F9A2-A3D755E0E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CFAFCF-AFD7-451D-F788-84CEBB7B8D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958C6D-836E-42EE-80D7-9C50A521EB9B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B6AF9E-65CF-76D6-6829-D9D663ED3F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3FD23-8EE0-41D2-DDEA-36CDEDD538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463F2B-4F4F-49B5-8AEE-76A72A1F4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542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customXml" Target="../ink/ink6.xml"/><Relationship Id="rId18" Type="http://schemas.openxmlformats.org/officeDocument/2006/relationships/image" Target="../media/image15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12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2" Type="http://schemas.openxmlformats.org/officeDocument/2006/relationships/image" Target="../media/image7.jpeg"/><Relationship Id="rId16" Type="http://schemas.openxmlformats.org/officeDocument/2006/relationships/image" Target="../media/image14.png"/><Relationship Id="rId20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customXml" Target="../ink/ink5.xml"/><Relationship Id="rId24" Type="http://schemas.openxmlformats.org/officeDocument/2006/relationships/image" Target="../media/image18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10" Type="http://schemas.openxmlformats.org/officeDocument/2006/relationships/image" Target="../media/image11.png"/><Relationship Id="rId19" Type="http://schemas.openxmlformats.org/officeDocument/2006/relationships/customXml" Target="../ink/ink9.xml"/><Relationship Id="rId4" Type="http://schemas.openxmlformats.org/officeDocument/2006/relationships/image" Target="../media/image8.png"/><Relationship Id="rId9" Type="http://schemas.openxmlformats.org/officeDocument/2006/relationships/customXml" Target="../ink/ink4.xml"/><Relationship Id="rId14" Type="http://schemas.openxmlformats.org/officeDocument/2006/relationships/image" Target="../media/image13.png"/><Relationship Id="rId22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hyperlink" Target="https://github.com/AdityaKonda6/django-devsecops-pipeline/blob/main/.github/workflows/django-cicd.yml" TargetMode="Externa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4.xml"/><Relationship Id="rId5" Type="http://schemas.openxmlformats.org/officeDocument/2006/relationships/image" Target="../media/image14.png"/><Relationship Id="rId4" Type="http://schemas.openxmlformats.org/officeDocument/2006/relationships/customXml" Target="../ink/ink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4CD4D5C-6D2F-ED17-3BFB-21D141CD3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8AFB27-FDE2-01E6-6DE8-251EE9C3DE1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604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DD8E074-C3AC-E633-B89D-CAB68F6A0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1A1FD3-DF6F-7B8C-57C3-4AFC8420410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010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86DC93E-28AD-93C2-5A39-7E2298F0A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32816C-8EF9-04FB-2B13-44A77B7184B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051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1EA0904-5134-CB22-C1E6-920A94C24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6B17C0-49B8-3957-8D95-51287A6EC30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222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FF26A59-D720-AF53-4F71-6B9DFEA8A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409D80-19DD-40A5-29CE-32F9256422B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971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12BB913-313F-CC2C-4333-79ECAC6B6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B65727-1622-1B91-38A2-1D624C80C00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180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7AE0BA5-E615-D916-46AB-F420E8209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A2671A-B68E-CBAB-B2C8-37687218B20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79F685E-BD84-D2EC-63DE-1E7DDDE5C462}"/>
                  </a:ext>
                </a:extLst>
              </p14:cNvPr>
              <p14:cNvContentPartPr/>
              <p14:nvPr/>
            </p14:nvContentPartPr>
            <p14:xfrm>
              <a:off x="3157937" y="2481360"/>
              <a:ext cx="652320" cy="115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79F685E-BD84-D2EC-63DE-1E7DDDE5C46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03937" y="2373360"/>
                <a:ext cx="75996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BCA6F72-6EAD-D16A-6B54-53872C041830}"/>
                  </a:ext>
                </a:extLst>
              </p14:cNvPr>
              <p14:cNvContentPartPr/>
              <p14:nvPr/>
            </p14:nvContentPartPr>
            <p14:xfrm>
              <a:off x="3078017" y="2405040"/>
              <a:ext cx="706320" cy="774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BCA6F72-6EAD-D16A-6B54-53872C04183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24017" y="2297400"/>
                <a:ext cx="813960" cy="29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18991EA-A721-B66D-D831-A29F5C84BEEC}"/>
                  </a:ext>
                </a:extLst>
              </p14:cNvPr>
              <p14:cNvContentPartPr/>
              <p14:nvPr/>
            </p14:nvContentPartPr>
            <p14:xfrm>
              <a:off x="4147217" y="2830200"/>
              <a:ext cx="360" cy="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18991EA-A721-B66D-D831-A29F5C84BEE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129217" y="2812200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1FB464A-2D6E-E9BB-B568-CC33AFAB2C8E}"/>
                  </a:ext>
                </a:extLst>
              </p14:cNvPr>
              <p14:cNvContentPartPr/>
              <p14:nvPr/>
            </p14:nvContentPartPr>
            <p14:xfrm>
              <a:off x="1752137" y="2475960"/>
              <a:ext cx="27000" cy="1108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1FB464A-2D6E-E9BB-B568-CC33AFAB2C8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734497" y="2458320"/>
                <a:ext cx="6264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B8DC099-393E-AAD0-22A5-3EBF85346C56}"/>
                  </a:ext>
                </a:extLst>
              </p14:cNvPr>
              <p14:cNvContentPartPr/>
              <p14:nvPr/>
            </p14:nvContentPartPr>
            <p14:xfrm>
              <a:off x="783737" y="2514120"/>
              <a:ext cx="360" cy="3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B8DC099-393E-AAD0-22A5-3EBF85346C5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47737" y="247848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1FD8038-0FA0-8847-2009-A05CCEB8C2E5}"/>
                  </a:ext>
                </a:extLst>
              </p14:cNvPr>
              <p14:cNvContentPartPr/>
              <p14:nvPr/>
            </p14:nvContentPartPr>
            <p14:xfrm>
              <a:off x="1184777" y="2016960"/>
              <a:ext cx="2493720" cy="563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1FD8038-0FA0-8847-2009-A05CCEB8C2E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149137" y="1980960"/>
                <a:ext cx="2565360" cy="63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F8B9AE5-10DC-4E12-3DC3-AE907AE63A25}"/>
                  </a:ext>
                </a:extLst>
              </p14:cNvPr>
              <p14:cNvContentPartPr/>
              <p14:nvPr/>
            </p14:nvContentPartPr>
            <p14:xfrm>
              <a:off x="4528097" y="2873760"/>
              <a:ext cx="360" cy="3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F8B9AE5-10DC-4E12-3DC3-AE907AE63A2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65097" y="281112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31FB2EE-32F7-AEE4-F6D0-A3DE65F1765A}"/>
                  </a:ext>
                </a:extLst>
              </p14:cNvPr>
              <p14:cNvContentPartPr/>
              <p14:nvPr/>
            </p14:nvContentPartPr>
            <p14:xfrm>
              <a:off x="1752497" y="2514120"/>
              <a:ext cx="1894320" cy="10944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A31FB2EE-32F7-AEE4-F6D0-A3DE65F1765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689857" y="2451480"/>
                <a:ext cx="201996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D1C51B9A-95CD-E65B-C4E7-33BE4C9DF5E3}"/>
                  </a:ext>
                </a:extLst>
              </p14:cNvPr>
              <p14:cNvContentPartPr/>
              <p14:nvPr/>
            </p14:nvContentPartPr>
            <p14:xfrm>
              <a:off x="1969937" y="2525280"/>
              <a:ext cx="1274400" cy="8748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D1C51B9A-95CD-E65B-C4E7-33BE4C9DF5E3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906937" y="2462280"/>
                <a:ext cx="140004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4751310-DAB9-1200-BEA3-1C605110FAC0}"/>
                  </a:ext>
                </a:extLst>
              </p14:cNvPr>
              <p14:cNvContentPartPr/>
              <p14:nvPr/>
            </p14:nvContentPartPr>
            <p14:xfrm>
              <a:off x="1677617" y="2572440"/>
              <a:ext cx="234720" cy="511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4751310-DAB9-1200-BEA3-1C605110FAC0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614617" y="2509800"/>
                <a:ext cx="360360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82304967-0E96-0B6C-42D4-6634FC5DDBFF}"/>
                  </a:ext>
                </a:extLst>
              </p14:cNvPr>
              <p14:cNvContentPartPr/>
              <p14:nvPr/>
            </p14:nvContentPartPr>
            <p14:xfrm>
              <a:off x="1742417" y="2616720"/>
              <a:ext cx="327600" cy="56700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82304967-0E96-0B6C-42D4-6634FC5DDBFF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679777" y="2553720"/>
                <a:ext cx="453240" cy="69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920F79EF-58D2-B924-F6A4-A45AB517D42F}"/>
                  </a:ext>
                </a:extLst>
              </p14:cNvPr>
              <p14:cNvContentPartPr/>
              <p14:nvPr/>
            </p14:nvContentPartPr>
            <p14:xfrm>
              <a:off x="-1502263" y="3962040"/>
              <a:ext cx="360" cy="3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920F79EF-58D2-B924-F6A4-A45AB517D42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-1564903" y="3899040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73848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E65767C-0B81-8057-6F06-81B0CDE42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9DA39767-CEB1-2AAC-23C8-171A890BAEF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7DBBCC0-5FB7-5D74-4637-DA9B460862A5}"/>
                  </a:ext>
                </a:extLst>
              </p14:cNvPr>
              <p14:cNvContentPartPr/>
              <p14:nvPr/>
            </p14:nvContentPartPr>
            <p14:xfrm>
              <a:off x="-271040" y="1193453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7DBBCC0-5FB7-5D74-4637-DA9B460862A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334040" y="1130813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A5ADFA5-4161-0BFF-738D-A0B6D00F1855}"/>
                  </a:ext>
                </a:extLst>
              </p14:cNvPr>
              <p14:cNvContentPartPr/>
              <p14:nvPr/>
            </p14:nvContentPartPr>
            <p14:xfrm>
              <a:off x="-245840" y="2819213"/>
              <a:ext cx="360" cy="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A5ADFA5-4161-0BFF-738D-A0B6D00F185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308480" y="2756573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34118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406889E-47C3-7C72-E354-7867F9875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899241-4A68-EE81-317D-11E13457F3B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40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507DA3C-887E-4F4C-D7BD-5A8465A6C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8C0E76-5D45-BC93-0F9B-570835479BC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56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 Konda</dc:creator>
  <cp:lastModifiedBy>Aditya Konda</cp:lastModifiedBy>
  <cp:revision>4</cp:revision>
  <dcterms:created xsi:type="dcterms:W3CDTF">2025-11-25T15:18:40Z</dcterms:created>
  <dcterms:modified xsi:type="dcterms:W3CDTF">2025-11-26T05:20:34Z</dcterms:modified>
</cp:coreProperties>
</file>